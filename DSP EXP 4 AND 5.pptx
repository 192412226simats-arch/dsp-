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0CA1783-2FE0-4D65-882B-234F77138BCA}">
          <p14:sldIdLst>
            <p14:sldId id="257"/>
            <p14:sldId id="256"/>
            <p14:sldId id="258"/>
            <p14:sldId id="259"/>
            <p14:sldId id="260"/>
            <p14:sldId id="261"/>
          </p14:sldIdLst>
        </p14:section>
        <p14:section name="Untitled Section" id="{EAB4ABB0-1D46-42DA-9EC7-D5090F028B1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F40234-28F2-4FA6-8584-3B40A1F0BC79}" v="20" dt="2026-07-24T03:30:25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496AA-4C58-F12E-54F2-4CD9026A6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07938-A1B5-E72F-EBF0-95726788B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0E80A-EF69-8CE0-5315-7E4E9E786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24-07-2026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15F71-74B0-519D-A771-2320AB3A9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07BB2-4496-2CBD-BA0B-140A70946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9310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55CCE-B560-4589-E389-1FBFC2E08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4F15-D412-4910-4317-BA16B5C5C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DE08B-3126-EA73-829E-247B9C1FC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24-07-2026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23CDD-0E38-9D03-D488-35D071D23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730A7-5AB2-0419-D564-5B9E9B684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826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38DE4-588C-35D3-6070-1B78258A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FE35A-FD41-3CAE-7FAF-C56893EEC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F213-1D7F-527B-731A-74C0AA750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24-07-2026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6CB9B-F695-59E2-FE72-6EAE4B3D1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35090-1B69-7E4C-BC7A-C4FA37B7B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771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40ABD-C14F-8708-2A4B-7A22E285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39948-CD3E-DEDB-95EC-4E98C4739F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24619-AB23-30F2-64BA-A3E4D634A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4671F-BE62-E31B-DA3F-AB3F22FD9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24-07-2026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20734-0EF5-EDE6-2D1B-5D24743AC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C3C9B-A872-9E93-F84E-FA7C80C8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720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2D6CB-6D9B-4310-C11B-77B35F039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B0884-F2B8-3BEF-653E-38D75573D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E5FC2-74A6-0DA1-36D0-16D4EF381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7D8062-286E-53D2-15A2-AA94F06B3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1063-93C1-2312-2153-3B9CFDFEE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350D9-7BD4-84DD-B8FB-FB79910B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24-07-2026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41E382-B29D-1562-8D2D-26AABC93E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26AE71-3E83-5732-B384-ECBE8CD3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709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BFC91-9C44-9F55-5B51-C865790E3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DCD11-2201-73B7-E2C5-4725319F8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24-07-2026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076A6-D721-F4CA-7254-FE5BE8E03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BA4DB-6FE7-5C56-1D33-99828CC6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5489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56E48-9188-8FB7-C059-05D7177A5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24-07-2026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72CD5-F5A7-CDB4-DC24-D6E2B47CA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2D0AA-9788-9989-5318-8D876EBE3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991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630D1-60ED-04EE-7F84-804B577B3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D6A33-F152-E0A5-E38B-46DD3E4C7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39314-B28E-046B-B75B-E637D96EE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778F7-6EB7-0287-3132-EC588810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24-07-2026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743A4-2FEA-EB69-B794-3E58E2829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F9AB7-A716-C6D8-0B20-AB2A0C445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349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61F9B-A664-5747-C1CB-62446D93A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4EA125-FE95-1A12-B867-095BEC63F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BA8105-C9DE-FA1D-064F-61F7236FF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FE614-2584-119A-29CB-6E101448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24-07-2026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0048A-D67F-3F00-15F8-040E74FF1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3A02A-1AF2-57C3-5A51-44E132556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95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47BA-A425-BC29-9C21-D89ABA56C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058BD-9BFC-4272-2CBD-649DE5468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4AF6C-F50A-8906-70E0-BB58DB24D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24-07-2026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BD002-3D6B-7FE7-22F3-155B6B6AD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7F5C7-8730-5130-D545-C3CCE2BD0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347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A3236E-A753-9318-6D9B-ECCDD2D73E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1B0D0-5862-DCE6-A4A4-368BEF3AD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30E10-ACF9-21AF-C181-899D8419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6BB5E-40D6-4967-96C0-9C5BE80A7332}" type="datetimeFigureOut">
              <a:rPr lang="en-IN" smtClean="0"/>
              <a:t>24-07-2026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9A6A0-FB8F-0925-94B4-F3B8470C0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81642-DE0C-26CB-D329-D2CB9F29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931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528D02-1D7B-FD59-CC25-85386A3B0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65A4-939E-A2F6-7E87-F78252015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69180-E47F-86D7-B621-C5FABF6549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6BB5E-40D6-4967-96C0-9C5BE80A7332}" type="datetimeFigureOut">
              <a:rPr lang="en-IN" smtClean="0"/>
              <a:t>24-07-2026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A20A3-79AE-4A7A-53E0-C4B6D47BB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F2A85-EDEB-4470-72D9-DBA01CCEE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DA714-83D6-429F-935F-66AD9AC5DE1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888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B942AF-455D-AE27-5B2E-ACA2AC3C55C7}"/>
              </a:ext>
            </a:extLst>
          </p:cNvPr>
          <p:cNvSpPr txBox="1"/>
          <p:nvPr/>
        </p:nvSpPr>
        <p:spPr>
          <a:xfrm>
            <a:off x="511277" y="216310"/>
            <a:ext cx="2969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 4 .1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EACCB-0632-7550-51C7-98EE42AAB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42" y="668593"/>
            <a:ext cx="4157253" cy="33921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F444ED-8528-B2F7-FA75-87F8CE7AB6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194" y="668593"/>
            <a:ext cx="4379881" cy="33921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CEC896-3EC1-6F66-4E8B-0466137D6F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2723" y="585642"/>
            <a:ext cx="3293806" cy="34750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9B3DB3-EEE4-A383-83FE-DD9DC13D9E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42" y="4143674"/>
            <a:ext cx="4379881" cy="249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25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EE4466-6579-F1A7-4AB1-1D46EE5F46AF}"/>
              </a:ext>
            </a:extLst>
          </p:cNvPr>
          <p:cNvSpPr txBox="1"/>
          <p:nvPr/>
        </p:nvSpPr>
        <p:spPr>
          <a:xfrm>
            <a:off x="245806" y="265471"/>
            <a:ext cx="276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 4.2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49F09D-1941-7A26-A80A-5C582A1E6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34804"/>
            <a:ext cx="3421625" cy="3121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C89A2C-20D4-4D50-4E44-1BBE0E07B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200" y="634803"/>
            <a:ext cx="3570200" cy="31211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7B4D96-A3B7-5625-C104-E8F0DC851B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634803"/>
            <a:ext cx="4267200" cy="31211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3A151E-A4FD-B089-52BA-A7A6CE14FA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6" y="3755924"/>
            <a:ext cx="4660489" cy="291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647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614175-4E8E-6CCB-8748-9304F2553127}"/>
              </a:ext>
            </a:extLst>
          </p:cNvPr>
          <p:cNvSpPr txBox="1"/>
          <p:nvPr/>
        </p:nvSpPr>
        <p:spPr>
          <a:xfrm>
            <a:off x="457198" y="262702"/>
            <a:ext cx="2379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 4.3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6CC81E-C510-0608-41A5-305C9FD3F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9" y="766916"/>
            <a:ext cx="3335243" cy="31954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D17F6E-35E5-1E8F-5D01-947842C9A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062" y="766916"/>
            <a:ext cx="4422409" cy="30086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0360BD-E47B-AF75-3503-60383E3847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6981" y="741685"/>
            <a:ext cx="4267200" cy="30339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9333BB-B98A-9EB8-B351-3E17AE0C60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8" y="4045352"/>
            <a:ext cx="5417575" cy="243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160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9C75E7-55DB-6281-ED73-70990D760941}"/>
              </a:ext>
            </a:extLst>
          </p:cNvPr>
          <p:cNvSpPr txBox="1"/>
          <p:nvPr/>
        </p:nvSpPr>
        <p:spPr>
          <a:xfrm>
            <a:off x="147484" y="265471"/>
            <a:ext cx="2340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 5.1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AA24F-FCED-69B0-1E61-513BDC24E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5" y="634804"/>
            <a:ext cx="4286864" cy="35144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21A2CB-5A2C-7326-2CDB-DE4BFA17E3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349" y="634804"/>
            <a:ext cx="4286864" cy="39961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662C82-7945-0313-894E-1053FE4788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21211" y="634802"/>
            <a:ext cx="3004383" cy="41535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8BB1A3-DDA6-65B2-D0A5-9C687D9FC0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7" y="4246913"/>
            <a:ext cx="4567085" cy="244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912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5A68D0-040D-9624-9A0B-50A06D1B10B9}"/>
              </a:ext>
            </a:extLst>
          </p:cNvPr>
          <p:cNvSpPr txBox="1"/>
          <p:nvPr/>
        </p:nvSpPr>
        <p:spPr>
          <a:xfrm>
            <a:off x="501445" y="521110"/>
            <a:ext cx="3175820" cy="37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 5.2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D064CD-D4B2-D25F-99C5-C2EFD58DC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7" y="963561"/>
            <a:ext cx="4857136" cy="41115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238456-096D-CA2A-DBF1-507C03C1CB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5961" y="1077873"/>
            <a:ext cx="5938684" cy="4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58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E37D22-6C6F-B3A3-735C-8ED806BC5F79}"/>
              </a:ext>
            </a:extLst>
          </p:cNvPr>
          <p:cNvSpPr txBox="1"/>
          <p:nvPr/>
        </p:nvSpPr>
        <p:spPr>
          <a:xfrm>
            <a:off x="98323" y="353961"/>
            <a:ext cx="2015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 5.3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B8C110-410F-DF69-1539-4A0D800C0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41" y="723293"/>
            <a:ext cx="5466735" cy="44089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965D4B-CA08-CE53-AE93-BA9E560F5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393" y="723293"/>
            <a:ext cx="6076336" cy="451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082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14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Vennela Batrapalli</dc:creator>
  <cp:lastModifiedBy>Potturi Niharika</cp:lastModifiedBy>
  <cp:revision>3</cp:revision>
  <dcterms:created xsi:type="dcterms:W3CDTF">2026-06-17T02:55:17Z</dcterms:created>
  <dcterms:modified xsi:type="dcterms:W3CDTF">2026-07-24T03:33:20Z</dcterms:modified>
</cp:coreProperties>
</file>