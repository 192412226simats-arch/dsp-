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CA1783-2FE0-4D65-882B-234F77138BCA}">
          <p14:sldIdLst>
            <p14:sldId id="257"/>
            <p14:sldId id="256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Untitled Section" id="{EAB4ABB0-1D46-42DA-9EC7-D5090F028B1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40234-28F2-4FA6-8584-3B40A1F0BC79}" v="15" dt="2026-07-15T05:10:51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tturi Niharika" userId="fcb9916bf56d79ef" providerId="LiveId" clId="{3CAE5609-88E8-474E-A133-7441771D6062}"/>
    <pc:docChg chg="undo custSel addSld delSld modSld sldOrd addSection modSection">
      <pc:chgData name="Potturi Niharika" userId="fcb9916bf56d79ef" providerId="LiveId" clId="{3CAE5609-88E8-474E-A133-7441771D6062}" dt="2026-07-15T05:12:48.556" v="394" actId="14100"/>
      <pc:docMkLst>
        <pc:docMk/>
      </pc:docMkLst>
      <pc:sldChg chg="addSp modSp new mod">
        <pc:chgData name="Potturi Niharika" userId="fcb9916bf56d79ef" providerId="LiveId" clId="{3CAE5609-88E8-474E-A133-7441771D6062}" dt="2026-07-15T04:17:36.725" v="273"/>
        <pc:sldMkLst>
          <pc:docMk/>
          <pc:sldMk cId="1582647586" sldId="256"/>
        </pc:sldMkLst>
        <pc:picChg chg="add mod">
          <ac:chgData name="Potturi Niharika" userId="fcb9916bf56d79ef" providerId="LiveId" clId="{3CAE5609-88E8-474E-A133-7441771D6062}" dt="2026-07-15T04:17:36.725" v="273"/>
          <ac:picMkLst>
            <pc:docMk/>
            <pc:sldMk cId="1582647586" sldId="256"/>
            <ac:picMk id="3" creationId="{C6F8BDEE-FC9E-411D-105D-3B17D08FE8C4}"/>
          </ac:picMkLst>
        </pc:picChg>
      </pc:sldChg>
      <pc:sldChg chg="modSp del mod">
        <pc:chgData name="Potturi Niharika" userId="fcb9916bf56d79ef" providerId="LiveId" clId="{3CAE5609-88E8-474E-A133-7441771D6062}" dt="2026-07-15T04:11:47.403" v="199" actId="2696"/>
        <pc:sldMkLst>
          <pc:docMk/>
          <pc:sldMk cId="1929256330" sldId="256"/>
        </pc:sldMkLst>
        <pc:spChg chg="mod">
          <ac:chgData name="Potturi Niharika" userId="fcb9916bf56d79ef" providerId="LiveId" clId="{3CAE5609-88E8-474E-A133-7441771D6062}" dt="2026-07-15T04:11:22.442" v="195" actId="20577"/>
          <ac:spMkLst>
            <pc:docMk/>
            <pc:sldMk cId="1929256330" sldId="256"/>
            <ac:spMk id="2" creationId="{8D25FBD8-654E-16B7-556E-23F1785275A9}"/>
          </ac:spMkLst>
        </pc:spChg>
        <pc:spChg chg="mod">
          <ac:chgData name="Potturi Niharika" userId="fcb9916bf56d79ef" providerId="LiveId" clId="{3CAE5609-88E8-474E-A133-7441771D6062}" dt="2026-07-15T04:11:36.342" v="198" actId="20577"/>
          <ac:spMkLst>
            <pc:docMk/>
            <pc:sldMk cId="1929256330" sldId="256"/>
            <ac:spMk id="3" creationId="{97482DF0-5953-C06E-1B6E-357255E6875D}"/>
          </ac:spMkLst>
        </pc:spChg>
      </pc:sldChg>
      <pc:sldChg chg="addSp modSp new mod ord">
        <pc:chgData name="Potturi Niharika" userId="fcb9916bf56d79ef" providerId="LiveId" clId="{3CAE5609-88E8-474E-A133-7441771D6062}" dt="2026-07-15T04:17:18.286" v="271" actId="14100"/>
        <pc:sldMkLst>
          <pc:docMk/>
          <pc:sldMk cId="503825346" sldId="257"/>
        </pc:sldMkLst>
        <pc:spChg chg="add mod">
          <ac:chgData name="Potturi Niharika" userId="fcb9916bf56d79ef" providerId="LiveId" clId="{3CAE5609-88E8-474E-A133-7441771D6062}" dt="2026-07-15T04:15:00.271" v="242" actId="20577"/>
          <ac:spMkLst>
            <pc:docMk/>
            <pc:sldMk cId="503825346" sldId="257"/>
            <ac:spMk id="4" creationId="{77B942AF-455D-AE27-5B2E-ACA2AC3C55C7}"/>
          </ac:spMkLst>
        </pc:spChg>
        <pc:picChg chg="add mod">
          <ac:chgData name="Potturi Niharika" userId="fcb9916bf56d79ef" providerId="LiveId" clId="{3CAE5609-88E8-474E-A133-7441771D6062}" dt="2026-07-15T04:14:34.843" v="236" actId="14100"/>
          <ac:picMkLst>
            <pc:docMk/>
            <pc:sldMk cId="503825346" sldId="257"/>
            <ac:picMk id="3" creationId="{101D86A5-4708-6A21-413A-EADD4842EB66}"/>
          </ac:picMkLst>
        </pc:picChg>
        <pc:picChg chg="add mod">
          <ac:chgData name="Potturi Niharika" userId="fcb9916bf56d79ef" providerId="LiveId" clId="{3CAE5609-88E8-474E-A133-7441771D6062}" dt="2026-07-15T04:15:57.148" v="254" actId="14100"/>
          <ac:picMkLst>
            <pc:docMk/>
            <pc:sldMk cId="503825346" sldId="257"/>
            <ac:picMk id="6" creationId="{83273AC3-A622-7EC3-CA46-EBC1494DDC7E}"/>
          </ac:picMkLst>
        </pc:picChg>
        <pc:picChg chg="add mod">
          <ac:chgData name="Potturi Niharika" userId="fcb9916bf56d79ef" providerId="LiveId" clId="{3CAE5609-88E8-474E-A133-7441771D6062}" dt="2026-07-15T04:16:31.876" v="263" actId="14100"/>
          <ac:picMkLst>
            <pc:docMk/>
            <pc:sldMk cId="503825346" sldId="257"/>
            <ac:picMk id="8" creationId="{2551FD31-8BEC-8325-D590-BBD460934799}"/>
          </ac:picMkLst>
        </pc:picChg>
        <pc:picChg chg="add mod">
          <ac:chgData name="Potturi Niharika" userId="fcb9916bf56d79ef" providerId="LiveId" clId="{3CAE5609-88E8-474E-A133-7441771D6062}" dt="2026-07-15T04:17:18.286" v="271" actId="14100"/>
          <ac:picMkLst>
            <pc:docMk/>
            <pc:sldMk cId="503825346" sldId="257"/>
            <ac:picMk id="10" creationId="{6188111C-9280-4D5A-C181-3172D08FEE3D}"/>
          </ac:picMkLst>
        </pc:picChg>
      </pc:sldChg>
      <pc:sldChg chg="modSp del mod">
        <pc:chgData name="Potturi Niharika" userId="fcb9916bf56d79ef" providerId="LiveId" clId="{3CAE5609-88E8-474E-A133-7441771D6062}" dt="2026-07-15T04:13:01.740" v="220" actId="2696"/>
        <pc:sldMkLst>
          <pc:docMk/>
          <pc:sldMk cId="1983247264" sldId="257"/>
        </pc:sldMkLst>
        <pc:spChg chg="mod">
          <ac:chgData name="Potturi Niharika" userId="fcb9916bf56d79ef" providerId="LiveId" clId="{3CAE5609-88E8-474E-A133-7441771D6062}" dt="2026-07-15T04:12:04.171" v="205" actId="20577"/>
          <ac:spMkLst>
            <pc:docMk/>
            <pc:sldMk cId="1983247264" sldId="257"/>
            <ac:spMk id="2" creationId="{85AEA950-27B1-D664-D530-CB0FEB03EDAA}"/>
          </ac:spMkLst>
        </pc:spChg>
        <pc:spChg chg="mod">
          <ac:chgData name="Potturi Niharika" userId="fcb9916bf56d79ef" providerId="LiveId" clId="{3CAE5609-88E8-474E-A133-7441771D6062}" dt="2026-07-15T04:11:58.021" v="201" actId="20577"/>
          <ac:spMkLst>
            <pc:docMk/>
            <pc:sldMk cId="1983247264" sldId="257"/>
            <ac:spMk id="3" creationId="{63DBF6A4-B85E-1346-2C90-0488353AF20B}"/>
          </ac:spMkLst>
        </pc:spChg>
      </pc:sldChg>
      <pc:sldChg chg="addSp delSp modSp del mod">
        <pc:chgData name="Potturi Niharika" userId="fcb9916bf56d79ef" providerId="LiveId" clId="{3CAE5609-88E8-474E-A133-7441771D6062}" dt="2026-07-15T04:13:13.280" v="222" actId="2696"/>
        <pc:sldMkLst>
          <pc:docMk/>
          <pc:sldMk cId="169346010" sldId="258"/>
        </pc:sldMkLst>
        <pc:spChg chg="add del mod">
          <ac:chgData name="Potturi Niharika" userId="fcb9916bf56d79ef" providerId="LiveId" clId="{3CAE5609-88E8-474E-A133-7441771D6062}" dt="2026-07-15T04:12:19.657" v="209"/>
          <ac:spMkLst>
            <pc:docMk/>
            <pc:sldMk cId="169346010" sldId="258"/>
            <ac:spMk id="5" creationId="{7EC1A36D-2F01-BAB8-EAAE-77A10DE3C506}"/>
          </ac:spMkLst>
        </pc:spChg>
        <pc:graphicFrameChg chg="mod modGraphic">
          <ac:chgData name="Potturi Niharika" userId="fcb9916bf56d79ef" providerId="LiveId" clId="{3CAE5609-88E8-474E-A133-7441771D6062}" dt="2026-07-15T04:12:12.744" v="206" actId="20577"/>
          <ac:graphicFrameMkLst>
            <pc:docMk/>
            <pc:sldMk cId="169346010" sldId="258"/>
            <ac:graphicFrameMk id="4" creationId="{0E110651-836A-EEE5-4A37-5E4D6180DF0E}"/>
          </ac:graphicFrameMkLst>
        </pc:graphicFrameChg>
      </pc:sldChg>
      <pc:sldChg chg="addSp delSp modSp new mod">
        <pc:chgData name="Potturi Niharika" userId="fcb9916bf56d79ef" providerId="LiveId" clId="{3CAE5609-88E8-474E-A133-7441771D6062}" dt="2026-07-15T05:01:23.028" v="308" actId="14100"/>
        <pc:sldMkLst>
          <pc:docMk/>
          <pc:sldMk cId="1387160870" sldId="258"/>
        </pc:sldMkLst>
        <pc:spChg chg="add mod">
          <ac:chgData name="Potturi Niharika" userId="fcb9916bf56d79ef" providerId="LiveId" clId="{3CAE5609-88E8-474E-A133-7441771D6062}" dt="2026-07-15T04:58:15.557" v="285" actId="1076"/>
          <ac:spMkLst>
            <pc:docMk/>
            <pc:sldMk cId="1387160870" sldId="258"/>
            <ac:spMk id="2" creationId="{F52AB0EC-D141-59AC-87F2-082E92D6732B}"/>
          </ac:spMkLst>
        </pc:spChg>
        <pc:spChg chg="add del mod">
          <ac:chgData name="Potturi Niharika" userId="fcb9916bf56d79ef" providerId="LiveId" clId="{3CAE5609-88E8-474E-A133-7441771D6062}" dt="2026-07-15T04:58:39.708" v="290"/>
          <ac:spMkLst>
            <pc:docMk/>
            <pc:sldMk cId="1387160870" sldId="258"/>
            <ac:spMk id="4" creationId="{4446AE80-ED82-C5C9-7CDC-EC462171BA95}"/>
          </ac:spMkLst>
        </pc:spChg>
        <pc:spChg chg="add del mod">
          <ac:chgData name="Potturi Niharika" userId="fcb9916bf56d79ef" providerId="LiveId" clId="{3CAE5609-88E8-474E-A133-7441771D6062}" dt="2026-07-15T04:58:57.264" v="294"/>
          <ac:spMkLst>
            <pc:docMk/>
            <pc:sldMk cId="1387160870" sldId="258"/>
            <ac:spMk id="5" creationId="{704EA4F6-5ADC-D5E4-DED1-523FC3AABDCD}"/>
          </ac:spMkLst>
        </pc:spChg>
        <pc:picChg chg="add mod">
          <ac:chgData name="Potturi Niharika" userId="fcb9916bf56d79ef" providerId="LiveId" clId="{3CAE5609-88E8-474E-A133-7441771D6062}" dt="2026-07-15T05:00:32.512" v="300" actId="14100"/>
          <ac:picMkLst>
            <pc:docMk/>
            <pc:sldMk cId="1387160870" sldId="258"/>
            <ac:picMk id="7" creationId="{6432BAD9-1ED5-B256-17CA-F55F76A7E4B7}"/>
          </ac:picMkLst>
        </pc:picChg>
        <pc:picChg chg="add mod">
          <ac:chgData name="Potturi Niharika" userId="fcb9916bf56d79ef" providerId="LiveId" clId="{3CAE5609-88E8-474E-A133-7441771D6062}" dt="2026-07-15T05:00:56.491" v="304" actId="14100"/>
          <ac:picMkLst>
            <pc:docMk/>
            <pc:sldMk cId="1387160870" sldId="258"/>
            <ac:picMk id="9" creationId="{D6D868C6-BA2B-5C14-3195-A341DA0C6AF7}"/>
          </ac:picMkLst>
        </pc:picChg>
        <pc:picChg chg="add mod">
          <ac:chgData name="Potturi Niharika" userId="fcb9916bf56d79ef" providerId="LiveId" clId="{3CAE5609-88E8-474E-A133-7441771D6062}" dt="2026-07-15T05:01:23.028" v="308" actId="14100"/>
          <ac:picMkLst>
            <pc:docMk/>
            <pc:sldMk cId="1387160870" sldId="258"/>
            <ac:picMk id="11" creationId="{D3041A5D-08D0-C80C-72FD-7FC723658A71}"/>
          </ac:picMkLst>
        </pc:picChg>
      </pc:sldChg>
      <pc:sldChg chg="addSp delSp modSp new mod">
        <pc:chgData name="Potturi Niharika" userId="fcb9916bf56d79ef" providerId="LiveId" clId="{3CAE5609-88E8-474E-A133-7441771D6062}" dt="2026-07-15T05:02:41.020" v="321" actId="14100"/>
        <pc:sldMkLst>
          <pc:docMk/>
          <pc:sldMk cId="991912887" sldId="259"/>
        </pc:sldMkLst>
        <pc:spChg chg="add del mod">
          <ac:chgData name="Potturi Niharika" userId="fcb9916bf56d79ef" providerId="LiveId" clId="{3CAE5609-88E8-474E-A133-7441771D6062}" dt="2026-07-15T05:01:49.465" v="312"/>
          <ac:spMkLst>
            <pc:docMk/>
            <pc:sldMk cId="991912887" sldId="259"/>
            <ac:spMk id="2" creationId="{4955F779-19EB-6E9C-59EF-7452BDC99EE1}"/>
          </ac:spMkLst>
        </pc:spChg>
        <pc:picChg chg="add mod">
          <ac:chgData name="Potturi Niharika" userId="fcb9916bf56d79ef" providerId="LiveId" clId="{3CAE5609-88E8-474E-A133-7441771D6062}" dt="2026-07-15T05:02:14.558" v="316" actId="14100"/>
          <ac:picMkLst>
            <pc:docMk/>
            <pc:sldMk cId="991912887" sldId="259"/>
            <ac:picMk id="4" creationId="{F6568F47-D204-D419-7751-0E052F690D89}"/>
          </ac:picMkLst>
        </pc:picChg>
        <pc:picChg chg="add mod">
          <ac:chgData name="Potturi Niharika" userId="fcb9916bf56d79ef" providerId="LiveId" clId="{3CAE5609-88E8-474E-A133-7441771D6062}" dt="2026-07-15T05:02:41.020" v="321" actId="14100"/>
          <ac:picMkLst>
            <pc:docMk/>
            <pc:sldMk cId="991912887" sldId="259"/>
            <ac:picMk id="6" creationId="{EEF346DC-96B7-87A1-239F-EF0435A2BECD}"/>
          </ac:picMkLst>
        </pc:picChg>
      </pc:sldChg>
      <pc:sldChg chg="modSp del mod">
        <pc:chgData name="Potturi Niharika" userId="fcb9916bf56d79ef" providerId="LiveId" clId="{3CAE5609-88E8-474E-A133-7441771D6062}" dt="2026-07-15T04:13:13.280" v="222" actId="2696"/>
        <pc:sldMkLst>
          <pc:docMk/>
          <pc:sldMk cId="3480490953" sldId="259"/>
        </pc:sldMkLst>
        <pc:spChg chg="mod">
          <ac:chgData name="Potturi Niharika" userId="fcb9916bf56d79ef" providerId="LiveId" clId="{3CAE5609-88E8-474E-A133-7441771D6062}" dt="2026-07-15T04:12:39.227" v="216" actId="20577"/>
          <ac:spMkLst>
            <pc:docMk/>
            <pc:sldMk cId="3480490953" sldId="259"/>
            <ac:spMk id="3" creationId="{4FD21C88-CB47-877A-D542-42B901A4F305}"/>
          </ac:spMkLst>
        </pc:spChg>
        <pc:spChg chg="mod">
          <ac:chgData name="Potturi Niharika" userId="fcb9916bf56d79ef" providerId="LiveId" clId="{3CAE5609-88E8-474E-A133-7441771D6062}" dt="2026-07-15T04:12:43.013" v="217" actId="20577"/>
          <ac:spMkLst>
            <pc:docMk/>
            <pc:sldMk cId="3480490953" sldId="259"/>
            <ac:spMk id="6" creationId="{4C817718-5490-F14C-B5F0-F4C9C982F93A}"/>
          </ac:spMkLst>
        </pc:spChg>
      </pc:sldChg>
      <pc:sldChg chg="delSp modSp del mod">
        <pc:chgData name="Potturi Niharika" userId="fcb9916bf56d79ef" providerId="LiveId" clId="{3CAE5609-88E8-474E-A133-7441771D6062}" dt="2026-07-15T04:13:13.280" v="222" actId="2696"/>
        <pc:sldMkLst>
          <pc:docMk/>
          <pc:sldMk cId="2607683946" sldId="260"/>
        </pc:sldMkLst>
        <pc:spChg chg="mod">
          <ac:chgData name="Potturi Niharika" userId="fcb9916bf56d79ef" providerId="LiveId" clId="{3CAE5609-88E8-474E-A133-7441771D6062}" dt="2026-07-15T04:12:33.491" v="213" actId="20577"/>
          <ac:spMkLst>
            <pc:docMk/>
            <pc:sldMk cId="2607683946" sldId="260"/>
            <ac:spMk id="3" creationId="{8C53EF28-C3EB-FD15-96E2-343D73075C97}"/>
          </ac:spMkLst>
        </pc:spChg>
        <pc:spChg chg="del mod">
          <ac:chgData name="Potturi Niharika" userId="fcb9916bf56d79ef" providerId="LiveId" clId="{3CAE5609-88E8-474E-A133-7441771D6062}" dt="2026-07-15T04:12:34.916" v="215"/>
          <ac:spMkLst>
            <pc:docMk/>
            <pc:sldMk cId="2607683946" sldId="260"/>
            <ac:spMk id="8" creationId="{A51D357F-68DC-3E98-946B-8D81A00B6622}"/>
          </ac:spMkLst>
        </pc:spChg>
      </pc:sldChg>
      <pc:sldChg chg="addSp delSp modSp new mod">
        <pc:chgData name="Potturi Niharika" userId="fcb9916bf56d79ef" providerId="LiveId" clId="{3CAE5609-88E8-474E-A133-7441771D6062}" dt="2026-07-15T05:09:38.119" v="353" actId="14100"/>
        <pc:sldMkLst>
          <pc:docMk/>
          <pc:sldMk cId="3916358788" sldId="260"/>
        </pc:sldMkLst>
        <pc:spChg chg="add del mod">
          <ac:chgData name="Potturi Niharika" userId="fcb9916bf56d79ef" providerId="LiveId" clId="{3CAE5609-88E8-474E-A133-7441771D6062}" dt="2026-07-15T05:03:15.161" v="328"/>
          <ac:spMkLst>
            <pc:docMk/>
            <pc:sldMk cId="3916358788" sldId="260"/>
            <ac:spMk id="2" creationId="{85C2C7BC-166E-C3A2-A1F9-6B4A66B1AB0B}"/>
          </ac:spMkLst>
        </pc:spChg>
        <pc:spChg chg="add mod">
          <ac:chgData name="Potturi Niharika" userId="fcb9916bf56d79ef" providerId="LiveId" clId="{3CAE5609-88E8-474E-A133-7441771D6062}" dt="2026-07-15T05:03:30.576" v="334" actId="20577"/>
          <ac:spMkLst>
            <pc:docMk/>
            <pc:sldMk cId="3916358788" sldId="260"/>
            <ac:spMk id="3" creationId="{FB5A68D0-040D-9624-9A0B-50A06D1B10B9}"/>
          </ac:spMkLst>
        </pc:spChg>
        <pc:picChg chg="add mod">
          <ac:chgData name="Potturi Niharika" userId="fcb9916bf56d79ef" providerId="LiveId" clId="{3CAE5609-88E8-474E-A133-7441771D6062}" dt="2026-07-15T05:08:34.843" v="343" actId="14100"/>
          <ac:picMkLst>
            <pc:docMk/>
            <pc:sldMk cId="3916358788" sldId="260"/>
            <ac:picMk id="5" creationId="{9BEF0415-F872-A71C-78A9-3E66C96C3F61}"/>
          </ac:picMkLst>
        </pc:picChg>
        <pc:picChg chg="add mod">
          <ac:chgData name="Potturi Niharika" userId="fcb9916bf56d79ef" providerId="LiveId" clId="{3CAE5609-88E8-474E-A133-7441771D6062}" dt="2026-07-15T05:09:10.457" v="347" actId="14100"/>
          <ac:picMkLst>
            <pc:docMk/>
            <pc:sldMk cId="3916358788" sldId="260"/>
            <ac:picMk id="7" creationId="{A52A8B4C-1BFB-B57E-9C29-713B87825911}"/>
          </ac:picMkLst>
        </pc:picChg>
        <pc:picChg chg="add mod">
          <ac:chgData name="Potturi Niharika" userId="fcb9916bf56d79ef" providerId="LiveId" clId="{3CAE5609-88E8-474E-A133-7441771D6062}" dt="2026-07-15T05:09:38.119" v="353" actId="14100"/>
          <ac:picMkLst>
            <pc:docMk/>
            <pc:sldMk cId="3916358788" sldId="260"/>
            <ac:picMk id="9" creationId="{472DA4FC-9BB3-66D0-C940-9E18AF4C32D8}"/>
          </ac:picMkLst>
        </pc:picChg>
      </pc:sldChg>
      <pc:sldChg chg="addSp modSp new mod">
        <pc:chgData name="Potturi Niharika" userId="fcb9916bf56d79ef" providerId="LiveId" clId="{3CAE5609-88E8-474E-A133-7441771D6062}" dt="2026-07-15T05:10:39.641" v="363" actId="14100"/>
        <pc:sldMkLst>
          <pc:docMk/>
          <pc:sldMk cId="1247082587" sldId="261"/>
        </pc:sldMkLst>
        <pc:picChg chg="add mod">
          <ac:chgData name="Potturi Niharika" userId="fcb9916bf56d79ef" providerId="LiveId" clId="{3CAE5609-88E8-474E-A133-7441771D6062}" dt="2026-07-15T05:10:22.385" v="360" actId="14100"/>
          <ac:picMkLst>
            <pc:docMk/>
            <pc:sldMk cId="1247082587" sldId="261"/>
            <ac:picMk id="3" creationId="{BF75B7E5-C147-EA48-E917-5F669C1177BE}"/>
          </ac:picMkLst>
        </pc:picChg>
        <pc:picChg chg="add mod">
          <ac:chgData name="Potturi Niharika" userId="fcb9916bf56d79ef" providerId="LiveId" clId="{3CAE5609-88E8-474E-A133-7441771D6062}" dt="2026-07-15T05:10:39.641" v="363" actId="14100"/>
          <ac:picMkLst>
            <pc:docMk/>
            <pc:sldMk cId="1247082587" sldId="261"/>
            <ac:picMk id="5" creationId="{09094035-CB42-60E2-6EB1-F1F7F8EE806B}"/>
          </ac:picMkLst>
        </pc:picChg>
      </pc:sldChg>
      <pc:sldChg chg="modSp del mod">
        <pc:chgData name="Potturi Niharika" userId="fcb9916bf56d79ef" providerId="LiveId" clId="{3CAE5609-88E8-474E-A133-7441771D6062}" dt="2026-07-15T04:13:13.280" v="222" actId="2696"/>
        <pc:sldMkLst>
          <pc:docMk/>
          <pc:sldMk cId="3054079538" sldId="261"/>
        </pc:sldMkLst>
      </pc:sldChg>
      <pc:sldChg chg="new del">
        <pc:chgData name="Potturi Niharika" userId="fcb9916bf56d79ef" providerId="LiveId" clId="{3CAE5609-88E8-474E-A133-7441771D6062}" dt="2026-07-15T04:13:17.356" v="223" actId="2696"/>
        <pc:sldMkLst>
          <pc:docMk/>
          <pc:sldMk cId="554690943" sldId="262"/>
        </pc:sldMkLst>
      </pc:sldChg>
      <pc:sldChg chg="addSp modSp new mod">
        <pc:chgData name="Potturi Niharika" userId="fcb9916bf56d79ef" providerId="LiveId" clId="{3CAE5609-88E8-474E-A133-7441771D6062}" dt="2026-07-15T05:12:29.056" v="391" actId="14100"/>
        <pc:sldMkLst>
          <pc:docMk/>
          <pc:sldMk cId="2981565937" sldId="262"/>
        </pc:sldMkLst>
        <pc:spChg chg="add mod">
          <ac:chgData name="Potturi Niharika" userId="fcb9916bf56d79ef" providerId="LiveId" clId="{3CAE5609-88E8-474E-A133-7441771D6062}" dt="2026-07-15T05:10:56.871" v="372" actId="20577"/>
          <ac:spMkLst>
            <pc:docMk/>
            <pc:sldMk cId="2981565937" sldId="262"/>
            <ac:spMk id="2" creationId="{CF4E9BE7-6902-7800-E912-80DC2B629491}"/>
          </ac:spMkLst>
        </pc:spChg>
        <pc:picChg chg="add mod">
          <ac:chgData name="Potturi Niharika" userId="fcb9916bf56d79ef" providerId="LiveId" clId="{3CAE5609-88E8-474E-A133-7441771D6062}" dt="2026-07-15T05:11:25.538" v="378" actId="14100"/>
          <ac:picMkLst>
            <pc:docMk/>
            <pc:sldMk cId="2981565937" sldId="262"/>
            <ac:picMk id="4" creationId="{0B34E06F-1C11-7C86-73AE-98B2261B6A16}"/>
          </ac:picMkLst>
        </pc:picChg>
        <pc:picChg chg="add mod">
          <ac:chgData name="Potturi Niharika" userId="fcb9916bf56d79ef" providerId="LiveId" clId="{3CAE5609-88E8-474E-A133-7441771D6062}" dt="2026-07-15T05:11:59.037" v="384" actId="14100"/>
          <ac:picMkLst>
            <pc:docMk/>
            <pc:sldMk cId="2981565937" sldId="262"/>
            <ac:picMk id="6" creationId="{901FAC5A-0226-F9DB-FC8F-9F9F40505433}"/>
          </ac:picMkLst>
        </pc:picChg>
        <pc:picChg chg="add mod">
          <ac:chgData name="Potturi Niharika" userId="fcb9916bf56d79ef" providerId="LiveId" clId="{3CAE5609-88E8-474E-A133-7441771D6062}" dt="2026-07-15T05:12:29.056" v="391" actId="14100"/>
          <ac:picMkLst>
            <pc:docMk/>
            <pc:sldMk cId="2981565937" sldId="262"/>
            <ac:picMk id="8" creationId="{5C4B0EFE-6041-83C2-1E74-70CCA3B5328E}"/>
          </ac:picMkLst>
        </pc:picChg>
      </pc:sldChg>
      <pc:sldChg chg="addSp modSp new mod">
        <pc:chgData name="Potturi Niharika" userId="fcb9916bf56d79ef" providerId="LiveId" clId="{3CAE5609-88E8-474E-A133-7441771D6062}" dt="2026-07-15T05:12:48.556" v="394" actId="14100"/>
        <pc:sldMkLst>
          <pc:docMk/>
          <pc:sldMk cId="1611817637" sldId="263"/>
        </pc:sldMkLst>
        <pc:picChg chg="add mod">
          <ac:chgData name="Potturi Niharika" userId="fcb9916bf56d79ef" providerId="LiveId" clId="{3CAE5609-88E8-474E-A133-7441771D6062}" dt="2026-07-15T05:12:48.556" v="394" actId="14100"/>
          <ac:picMkLst>
            <pc:docMk/>
            <pc:sldMk cId="1611817637" sldId="263"/>
            <ac:picMk id="3" creationId="{8E7FBF19-822C-03A3-6078-EDDCE2EEC898}"/>
          </ac:picMkLst>
        </pc:picChg>
      </pc:sldChg>
      <pc:sldChg chg="new del">
        <pc:chgData name="Potturi Niharika" userId="fcb9916bf56d79ef" providerId="LiveId" clId="{3CAE5609-88E8-474E-A133-7441771D6062}" dt="2026-07-15T04:13:13.280" v="222" actId="2696"/>
        <pc:sldMkLst>
          <pc:docMk/>
          <pc:sldMk cId="397268049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96AA-4C58-F12E-54F2-4CD9026A6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07938-A1B5-E72F-EBF0-95726788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E80A-EF69-8CE0-5315-7E4E9E78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5F71-74B0-519D-A771-2320AB3A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07BB2-4496-2CBD-BA0B-140A7094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31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5CCE-B560-4589-E389-1FBFC2E0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4F15-D412-4910-4317-BA16B5C5C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E08B-3126-EA73-829E-247B9C1F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3CDD-0E38-9D03-D488-35D071D2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730A7-5AB2-0419-D564-5B9E9B68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2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8DE4-588C-35D3-6070-1B78258A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FE35A-FD41-3CAE-7FAF-C56893EE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F213-1D7F-527B-731A-74C0AA75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CB9B-F695-59E2-FE72-6EAE4B3D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5090-1B69-7E4C-BC7A-C4FA37B7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77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0ABD-C14F-8708-2A4B-7A22E285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9948-CD3E-DEDB-95EC-4E98C4739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24619-AB23-30F2-64BA-A3E4D634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4671F-BE62-E31B-DA3F-AB3F22FD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20734-0EF5-EDE6-2D1B-5D24743A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C3C9B-A872-9E93-F84E-FA7C80C8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20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D6CB-6D9B-4310-C11B-77B35F03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B0884-F2B8-3BEF-653E-38D75573D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E5FC2-74A6-0DA1-36D0-16D4EF381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D8062-286E-53D2-15A2-AA94F06B3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1063-93C1-2312-2153-3B9CFDFE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350D9-7BD4-84DD-B8FB-FB79910B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1E382-B29D-1562-8D2D-26AABC93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6AE71-3E83-5732-B384-ECBE8CD3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70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FC91-9C44-9F55-5B51-C865790E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DCD11-2201-73B7-E2C5-4725319F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076A6-D721-F4CA-7254-FE5BE8E0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BA4DB-6FE7-5C56-1D33-99828CC6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48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56E48-9188-8FB7-C059-05D7177A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72CD5-F5A7-CDB4-DC24-D6E2B47C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2D0AA-9788-9989-5318-8D876EBE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9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30D1-60ED-04EE-7F84-804B577B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D6A33-F152-E0A5-E38B-46DD3E4C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39314-B28E-046B-B75B-E637D96EE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778F7-6EB7-0287-3132-EC588810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743A4-2FEA-EB69-B794-3E58E282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F9AB7-A716-C6D8-0B20-AB2A0C44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34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1F9B-A664-5747-C1CB-62446D93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EA125-FE95-1A12-B867-095BEC63F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A8105-C9DE-FA1D-064F-61F7236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FE614-2584-119A-29CB-6E101448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0048A-D67F-3F00-15F8-040E74FF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3A02A-1AF2-57C3-5A51-44E13255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47BA-A425-BC29-9C21-D89ABA56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058BD-9BFC-4272-2CBD-649DE5468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AF6C-F50A-8906-70E0-BB58DB24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BD002-3D6B-7FE7-22F3-155B6B6A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F5C7-8730-5130-D545-C3CCE2BD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34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3236E-A753-9318-6D9B-ECCDD2D73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1B0D0-5862-DCE6-A4A4-368BEF3AD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0E10-ACF9-21AF-C181-899D8419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A6A0-FB8F-0925-94B4-F3B8470C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81642-DE0C-26CB-D329-D2CB9F29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3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28D02-1D7B-FD59-CC25-85386A3B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65A4-939E-A2F6-7E87-F78252015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9180-E47F-86D7-B621-C5FABF654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6BB5E-40D6-4967-96C0-9C5BE80A7332}" type="datetimeFigureOut">
              <a:rPr lang="en-IN" smtClean="0"/>
              <a:t>15-07-2026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20A3-79AE-4A7A-53E0-C4B6D47BB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2A85-EDEB-4470-72D9-DBA01CCEE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8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D86A5-4708-6A21-413A-EADD4842E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40" y="619431"/>
            <a:ext cx="5335679" cy="3451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B942AF-455D-AE27-5B2E-ACA2AC3C55C7}"/>
              </a:ext>
            </a:extLst>
          </p:cNvPr>
          <p:cNvSpPr txBox="1"/>
          <p:nvPr/>
        </p:nvSpPr>
        <p:spPr>
          <a:xfrm>
            <a:off x="511277" y="216310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1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73AC3-A622-7EC3-CA46-EBC1494D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4" y="619431"/>
            <a:ext cx="5004619" cy="34511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51FD31-8BEC-8325-D590-BBD460934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" y="4104342"/>
            <a:ext cx="5584723" cy="23554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88111C-9280-4D5A-C181-3172D08FEE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4" y="4104342"/>
            <a:ext cx="5004619" cy="235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2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F8BDEE-FC9E-411D-105D-3B17D08FE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337" y="928338"/>
            <a:ext cx="6811326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4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AB0EC-D141-59AC-87F2-082E92D6732B}"/>
              </a:ext>
            </a:extLst>
          </p:cNvPr>
          <p:cNvSpPr txBox="1"/>
          <p:nvPr/>
        </p:nvSpPr>
        <p:spPr>
          <a:xfrm>
            <a:off x="757084" y="485172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1.2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2BAD9-1ED5-B256-17CA-F55F76A7E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1037891"/>
            <a:ext cx="3726425" cy="4782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868C6-BA2B-5C14-3195-A341DA0C6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380" y="1028365"/>
            <a:ext cx="3726425" cy="4801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041A5D-08D0-C80C-72FD-7FC723658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04" y="1085523"/>
            <a:ext cx="3795254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6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568F47-D204-D419-7751-0E052F690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097" y="899759"/>
            <a:ext cx="5240593" cy="5058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F346DC-96B7-87A1-239F-EF0435A2B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39" y="1052181"/>
            <a:ext cx="4542503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5A68D0-040D-9624-9A0B-50A06D1B10B9}"/>
              </a:ext>
            </a:extLst>
          </p:cNvPr>
          <p:cNvSpPr txBox="1"/>
          <p:nvPr/>
        </p:nvSpPr>
        <p:spPr>
          <a:xfrm>
            <a:off x="501445" y="521110"/>
            <a:ext cx="3175820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2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F0415-F872-A71C-78A9-3E66C96C3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9" y="1052052"/>
            <a:ext cx="3873909" cy="5284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2A8B4C-1BFB-B57E-9C29-713B87825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632" y="804496"/>
            <a:ext cx="3460955" cy="5249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2DA4FC-9BB3-66D0-C940-9E18AF4C3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587" y="894736"/>
            <a:ext cx="3687097" cy="495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5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5B7E5-C147-EA48-E917-5F669C117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6" y="966444"/>
            <a:ext cx="5053780" cy="4925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094035-CB42-60E2-6EB1-F1F7F8EE8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206" y="947391"/>
            <a:ext cx="4126694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8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4E9BE7-6902-7800-E912-80DC2B629491}"/>
              </a:ext>
            </a:extLst>
          </p:cNvPr>
          <p:cNvSpPr txBox="1"/>
          <p:nvPr/>
        </p:nvSpPr>
        <p:spPr>
          <a:xfrm>
            <a:off x="412955" y="550606"/>
            <a:ext cx="234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2.1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4E06F-1C11-7C86-73AE-98B2261B6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919939"/>
            <a:ext cx="4021393" cy="5638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1FAC5A-0226-F9DB-FC8F-9F9F40505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665" y="919938"/>
            <a:ext cx="3401961" cy="551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4B0EFE-6041-83C2-1E74-70CCA3B53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639" y="919938"/>
            <a:ext cx="4198373" cy="563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65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BF19-822C-03A3-6078-EDDCE2EEC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42" y="1738076"/>
            <a:ext cx="7821116" cy="43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17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</Words>
  <Application>Microsoft Office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Vennela Batrapalli</dc:creator>
  <cp:lastModifiedBy>Potturi Niharika</cp:lastModifiedBy>
  <cp:revision>2</cp:revision>
  <dcterms:created xsi:type="dcterms:W3CDTF">2026-06-17T02:55:17Z</dcterms:created>
  <dcterms:modified xsi:type="dcterms:W3CDTF">2026-07-15T05:12:55Z</dcterms:modified>
</cp:coreProperties>
</file>