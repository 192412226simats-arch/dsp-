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C0CA1783-2FE0-4D65-882B-234F77138BCA}">
          <p14:sldIdLst>
            <p14:sldId id="257"/>
            <p14:sldId id="256"/>
          </p14:sldIdLst>
        </p14:section>
        <p14:section name="Untitled Section" id="{EAB4ABB0-1D46-42DA-9EC7-D5090F028B19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0F40234-28F2-4FA6-8584-3B40A1F0BC79}" v="9" dt="2026-07-15T04:14:56.05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otturi Niharika" userId="fcb9916bf56d79ef" providerId="LiveId" clId="{3CAE5609-88E8-474E-A133-7441771D6062}"/>
    <pc:docChg chg="undo custSel addSld delSld modSld sldOrd addSection modSection">
      <pc:chgData name="Potturi Niharika" userId="fcb9916bf56d79ef" providerId="LiveId" clId="{3CAE5609-88E8-474E-A133-7441771D6062}" dt="2026-07-15T04:17:36.725" v="273"/>
      <pc:docMkLst>
        <pc:docMk/>
      </pc:docMkLst>
      <pc:sldChg chg="addSp modSp new mod">
        <pc:chgData name="Potturi Niharika" userId="fcb9916bf56d79ef" providerId="LiveId" clId="{3CAE5609-88E8-474E-A133-7441771D6062}" dt="2026-07-15T04:17:36.725" v="273"/>
        <pc:sldMkLst>
          <pc:docMk/>
          <pc:sldMk cId="1582647586" sldId="256"/>
        </pc:sldMkLst>
        <pc:picChg chg="add mod">
          <ac:chgData name="Potturi Niharika" userId="fcb9916bf56d79ef" providerId="LiveId" clId="{3CAE5609-88E8-474E-A133-7441771D6062}" dt="2026-07-15T04:17:36.725" v="273"/>
          <ac:picMkLst>
            <pc:docMk/>
            <pc:sldMk cId="1582647586" sldId="256"/>
            <ac:picMk id="3" creationId="{C6F8BDEE-FC9E-411D-105D-3B17D08FE8C4}"/>
          </ac:picMkLst>
        </pc:picChg>
      </pc:sldChg>
      <pc:sldChg chg="modSp del mod">
        <pc:chgData name="Potturi Niharika" userId="fcb9916bf56d79ef" providerId="LiveId" clId="{3CAE5609-88E8-474E-A133-7441771D6062}" dt="2026-07-15T04:11:47.403" v="199" actId="2696"/>
        <pc:sldMkLst>
          <pc:docMk/>
          <pc:sldMk cId="1929256330" sldId="256"/>
        </pc:sldMkLst>
        <pc:spChg chg="mod">
          <ac:chgData name="Potturi Niharika" userId="fcb9916bf56d79ef" providerId="LiveId" clId="{3CAE5609-88E8-474E-A133-7441771D6062}" dt="2026-07-15T04:11:22.442" v="195" actId="20577"/>
          <ac:spMkLst>
            <pc:docMk/>
            <pc:sldMk cId="1929256330" sldId="256"/>
            <ac:spMk id="2" creationId="{8D25FBD8-654E-16B7-556E-23F1785275A9}"/>
          </ac:spMkLst>
        </pc:spChg>
        <pc:spChg chg="mod">
          <ac:chgData name="Potturi Niharika" userId="fcb9916bf56d79ef" providerId="LiveId" clId="{3CAE5609-88E8-474E-A133-7441771D6062}" dt="2026-07-15T04:11:36.342" v="198" actId="20577"/>
          <ac:spMkLst>
            <pc:docMk/>
            <pc:sldMk cId="1929256330" sldId="256"/>
            <ac:spMk id="3" creationId="{97482DF0-5953-C06E-1B6E-357255E6875D}"/>
          </ac:spMkLst>
        </pc:spChg>
      </pc:sldChg>
      <pc:sldChg chg="addSp modSp new mod ord">
        <pc:chgData name="Potturi Niharika" userId="fcb9916bf56d79ef" providerId="LiveId" clId="{3CAE5609-88E8-474E-A133-7441771D6062}" dt="2026-07-15T04:17:18.286" v="271" actId="14100"/>
        <pc:sldMkLst>
          <pc:docMk/>
          <pc:sldMk cId="503825346" sldId="257"/>
        </pc:sldMkLst>
        <pc:spChg chg="add mod">
          <ac:chgData name="Potturi Niharika" userId="fcb9916bf56d79ef" providerId="LiveId" clId="{3CAE5609-88E8-474E-A133-7441771D6062}" dt="2026-07-15T04:15:00.271" v="242" actId="20577"/>
          <ac:spMkLst>
            <pc:docMk/>
            <pc:sldMk cId="503825346" sldId="257"/>
            <ac:spMk id="4" creationId="{77B942AF-455D-AE27-5B2E-ACA2AC3C55C7}"/>
          </ac:spMkLst>
        </pc:spChg>
        <pc:picChg chg="add mod">
          <ac:chgData name="Potturi Niharika" userId="fcb9916bf56d79ef" providerId="LiveId" clId="{3CAE5609-88E8-474E-A133-7441771D6062}" dt="2026-07-15T04:14:34.843" v="236" actId="14100"/>
          <ac:picMkLst>
            <pc:docMk/>
            <pc:sldMk cId="503825346" sldId="257"/>
            <ac:picMk id="3" creationId="{101D86A5-4708-6A21-413A-EADD4842EB66}"/>
          </ac:picMkLst>
        </pc:picChg>
        <pc:picChg chg="add mod">
          <ac:chgData name="Potturi Niharika" userId="fcb9916bf56d79ef" providerId="LiveId" clId="{3CAE5609-88E8-474E-A133-7441771D6062}" dt="2026-07-15T04:15:57.148" v="254" actId="14100"/>
          <ac:picMkLst>
            <pc:docMk/>
            <pc:sldMk cId="503825346" sldId="257"/>
            <ac:picMk id="6" creationId="{83273AC3-A622-7EC3-CA46-EBC1494DDC7E}"/>
          </ac:picMkLst>
        </pc:picChg>
        <pc:picChg chg="add mod">
          <ac:chgData name="Potturi Niharika" userId="fcb9916bf56d79ef" providerId="LiveId" clId="{3CAE5609-88E8-474E-A133-7441771D6062}" dt="2026-07-15T04:16:31.876" v="263" actId="14100"/>
          <ac:picMkLst>
            <pc:docMk/>
            <pc:sldMk cId="503825346" sldId="257"/>
            <ac:picMk id="8" creationId="{2551FD31-8BEC-8325-D590-BBD460934799}"/>
          </ac:picMkLst>
        </pc:picChg>
        <pc:picChg chg="add mod">
          <ac:chgData name="Potturi Niharika" userId="fcb9916bf56d79ef" providerId="LiveId" clId="{3CAE5609-88E8-474E-A133-7441771D6062}" dt="2026-07-15T04:17:18.286" v="271" actId="14100"/>
          <ac:picMkLst>
            <pc:docMk/>
            <pc:sldMk cId="503825346" sldId="257"/>
            <ac:picMk id="10" creationId="{6188111C-9280-4D5A-C181-3172D08FEE3D}"/>
          </ac:picMkLst>
        </pc:picChg>
      </pc:sldChg>
      <pc:sldChg chg="modSp del mod">
        <pc:chgData name="Potturi Niharika" userId="fcb9916bf56d79ef" providerId="LiveId" clId="{3CAE5609-88E8-474E-A133-7441771D6062}" dt="2026-07-15T04:13:01.740" v="220" actId="2696"/>
        <pc:sldMkLst>
          <pc:docMk/>
          <pc:sldMk cId="1983247264" sldId="257"/>
        </pc:sldMkLst>
        <pc:spChg chg="mod">
          <ac:chgData name="Potturi Niharika" userId="fcb9916bf56d79ef" providerId="LiveId" clId="{3CAE5609-88E8-474E-A133-7441771D6062}" dt="2026-07-15T04:12:04.171" v="205" actId="20577"/>
          <ac:spMkLst>
            <pc:docMk/>
            <pc:sldMk cId="1983247264" sldId="257"/>
            <ac:spMk id="2" creationId="{85AEA950-27B1-D664-D530-CB0FEB03EDAA}"/>
          </ac:spMkLst>
        </pc:spChg>
        <pc:spChg chg="mod">
          <ac:chgData name="Potturi Niharika" userId="fcb9916bf56d79ef" providerId="LiveId" clId="{3CAE5609-88E8-474E-A133-7441771D6062}" dt="2026-07-15T04:11:58.021" v="201" actId="20577"/>
          <ac:spMkLst>
            <pc:docMk/>
            <pc:sldMk cId="1983247264" sldId="257"/>
            <ac:spMk id="3" creationId="{63DBF6A4-B85E-1346-2C90-0488353AF20B}"/>
          </ac:spMkLst>
        </pc:spChg>
      </pc:sldChg>
      <pc:sldChg chg="addSp delSp modSp del mod">
        <pc:chgData name="Potturi Niharika" userId="fcb9916bf56d79ef" providerId="LiveId" clId="{3CAE5609-88E8-474E-A133-7441771D6062}" dt="2026-07-15T04:13:13.280" v="222" actId="2696"/>
        <pc:sldMkLst>
          <pc:docMk/>
          <pc:sldMk cId="169346010" sldId="258"/>
        </pc:sldMkLst>
        <pc:spChg chg="add del mod">
          <ac:chgData name="Potturi Niharika" userId="fcb9916bf56d79ef" providerId="LiveId" clId="{3CAE5609-88E8-474E-A133-7441771D6062}" dt="2026-07-15T04:12:19.657" v="209"/>
          <ac:spMkLst>
            <pc:docMk/>
            <pc:sldMk cId="169346010" sldId="258"/>
            <ac:spMk id="5" creationId="{7EC1A36D-2F01-BAB8-EAAE-77A10DE3C506}"/>
          </ac:spMkLst>
        </pc:spChg>
        <pc:graphicFrameChg chg="mod modGraphic">
          <ac:chgData name="Potturi Niharika" userId="fcb9916bf56d79ef" providerId="LiveId" clId="{3CAE5609-88E8-474E-A133-7441771D6062}" dt="2026-07-15T04:12:12.744" v="206" actId="20577"/>
          <ac:graphicFrameMkLst>
            <pc:docMk/>
            <pc:sldMk cId="169346010" sldId="258"/>
            <ac:graphicFrameMk id="4" creationId="{0E110651-836A-EEE5-4A37-5E4D6180DF0E}"/>
          </ac:graphicFrameMkLst>
        </pc:graphicFrameChg>
      </pc:sldChg>
      <pc:sldChg chg="modSp del mod">
        <pc:chgData name="Potturi Niharika" userId="fcb9916bf56d79ef" providerId="LiveId" clId="{3CAE5609-88E8-474E-A133-7441771D6062}" dt="2026-07-15T04:13:13.280" v="222" actId="2696"/>
        <pc:sldMkLst>
          <pc:docMk/>
          <pc:sldMk cId="3480490953" sldId="259"/>
        </pc:sldMkLst>
        <pc:spChg chg="mod">
          <ac:chgData name="Potturi Niharika" userId="fcb9916bf56d79ef" providerId="LiveId" clId="{3CAE5609-88E8-474E-A133-7441771D6062}" dt="2026-07-15T04:12:39.227" v="216" actId="20577"/>
          <ac:spMkLst>
            <pc:docMk/>
            <pc:sldMk cId="3480490953" sldId="259"/>
            <ac:spMk id="3" creationId="{4FD21C88-CB47-877A-D542-42B901A4F305}"/>
          </ac:spMkLst>
        </pc:spChg>
        <pc:spChg chg="mod">
          <ac:chgData name="Potturi Niharika" userId="fcb9916bf56d79ef" providerId="LiveId" clId="{3CAE5609-88E8-474E-A133-7441771D6062}" dt="2026-07-15T04:12:43.013" v="217" actId="20577"/>
          <ac:spMkLst>
            <pc:docMk/>
            <pc:sldMk cId="3480490953" sldId="259"/>
            <ac:spMk id="6" creationId="{4C817718-5490-F14C-B5F0-F4C9C982F93A}"/>
          </ac:spMkLst>
        </pc:spChg>
      </pc:sldChg>
      <pc:sldChg chg="delSp modSp del mod">
        <pc:chgData name="Potturi Niharika" userId="fcb9916bf56d79ef" providerId="LiveId" clId="{3CAE5609-88E8-474E-A133-7441771D6062}" dt="2026-07-15T04:13:13.280" v="222" actId="2696"/>
        <pc:sldMkLst>
          <pc:docMk/>
          <pc:sldMk cId="2607683946" sldId="260"/>
        </pc:sldMkLst>
        <pc:spChg chg="mod">
          <ac:chgData name="Potturi Niharika" userId="fcb9916bf56d79ef" providerId="LiveId" clId="{3CAE5609-88E8-474E-A133-7441771D6062}" dt="2026-07-15T04:12:33.491" v="213" actId="20577"/>
          <ac:spMkLst>
            <pc:docMk/>
            <pc:sldMk cId="2607683946" sldId="260"/>
            <ac:spMk id="3" creationId="{8C53EF28-C3EB-FD15-96E2-343D73075C97}"/>
          </ac:spMkLst>
        </pc:spChg>
        <pc:spChg chg="del mod">
          <ac:chgData name="Potturi Niharika" userId="fcb9916bf56d79ef" providerId="LiveId" clId="{3CAE5609-88E8-474E-A133-7441771D6062}" dt="2026-07-15T04:12:34.916" v="215"/>
          <ac:spMkLst>
            <pc:docMk/>
            <pc:sldMk cId="2607683946" sldId="260"/>
            <ac:spMk id="8" creationId="{A51D357F-68DC-3E98-946B-8D81A00B6622}"/>
          </ac:spMkLst>
        </pc:spChg>
      </pc:sldChg>
      <pc:sldChg chg="modSp del mod">
        <pc:chgData name="Potturi Niharika" userId="fcb9916bf56d79ef" providerId="LiveId" clId="{3CAE5609-88E8-474E-A133-7441771D6062}" dt="2026-07-15T04:13:13.280" v="222" actId="2696"/>
        <pc:sldMkLst>
          <pc:docMk/>
          <pc:sldMk cId="3054079538" sldId="261"/>
        </pc:sldMkLst>
      </pc:sldChg>
      <pc:sldChg chg="new del">
        <pc:chgData name="Potturi Niharika" userId="fcb9916bf56d79ef" providerId="LiveId" clId="{3CAE5609-88E8-474E-A133-7441771D6062}" dt="2026-07-15T04:13:17.356" v="223" actId="2696"/>
        <pc:sldMkLst>
          <pc:docMk/>
          <pc:sldMk cId="554690943" sldId="262"/>
        </pc:sldMkLst>
      </pc:sldChg>
      <pc:sldChg chg="new del">
        <pc:chgData name="Potturi Niharika" userId="fcb9916bf56d79ef" providerId="LiveId" clId="{3CAE5609-88E8-474E-A133-7441771D6062}" dt="2026-07-15T04:13:13.280" v="222" actId="2696"/>
        <pc:sldMkLst>
          <pc:docMk/>
          <pc:sldMk cId="3972680490" sldId="263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496AA-4C58-F12E-54F2-4CD9026A66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A07938-A1B5-E72F-EBF0-95726788B7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B0E80A-EF69-8CE0-5315-7E4E9E786F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6BB5E-40D6-4967-96C0-9C5BE80A7332}" type="datetimeFigureOut">
              <a:rPr lang="en-IN" smtClean="0"/>
              <a:t>15-07-2026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015F71-74B0-519D-A771-2320AB3A9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E07BB2-4496-2CBD-BA0B-140A709469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DA714-83D6-429F-935F-66AD9AC5DE1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193105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955CCE-B560-4589-E389-1FBFC2E086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3B4F15-D412-4910-4317-BA16B5C5C2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9DE08B-3126-EA73-829E-247B9C1FCA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6BB5E-40D6-4967-96C0-9C5BE80A7332}" type="datetimeFigureOut">
              <a:rPr lang="en-IN" smtClean="0"/>
              <a:t>15-07-2026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723CDD-0E38-9D03-D488-35D071D238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4730A7-5AB2-0419-D564-5B9E9B6841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DA714-83D6-429F-935F-66AD9AC5DE1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68263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838DE4-588C-35D3-6070-1B78258A2D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7FE35A-FD41-3CAE-7FAF-C56893EECD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E2F213-1D7F-527B-731A-74C0AA750E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6BB5E-40D6-4967-96C0-9C5BE80A7332}" type="datetimeFigureOut">
              <a:rPr lang="en-IN" smtClean="0"/>
              <a:t>15-07-2026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C6CB9B-F695-59E2-FE72-6EAE4B3D1D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935090-1B69-7E4C-BC7A-C4FA37B7B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DA714-83D6-429F-935F-66AD9AC5DE1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877714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F40ABD-C14F-8708-2A4B-7A22E28523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939948-CD3E-DEDB-95EC-4E98C4739F9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524619-AB23-30F2-64BA-A3E4D634A0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B4671F-BE62-E31B-DA3F-AB3F22FD98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6BB5E-40D6-4967-96C0-9C5BE80A7332}" type="datetimeFigureOut">
              <a:rPr lang="en-IN" smtClean="0"/>
              <a:t>15-07-2026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A20734-0EF5-EDE6-2D1B-5D24743AC4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FC3C9B-A872-9E93-F84E-FA7C80C817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DA714-83D6-429F-935F-66AD9AC5DE1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672015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2D6CB-6D9B-4310-C11B-77B35F0397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5B0884-F2B8-3BEF-653E-38D75573DC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0E5FC2-74A6-0DA1-36D0-16D4EF3817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7D8062-286E-53D2-15A2-AA94F06B34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5961063-93C1-2312-2153-3B9CFDFEE1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62350D9-7BD4-84DD-B8FB-FB79910B0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6BB5E-40D6-4967-96C0-9C5BE80A7332}" type="datetimeFigureOut">
              <a:rPr lang="en-IN" smtClean="0"/>
              <a:t>15-07-2026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741E382-B29D-1562-8D2D-26AABC93EB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F26AE71-3E83-5732-B384-ECBE8CD344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DA714-83D6-429F-935F-66AD9AC5DE1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167092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8BFC91-9C44-9F55-5B51-C865790E38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72DCD11-2201-73B7-E2C5-4725319F8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6BB5E-40D6-4967-96C0-9C5BE80A7332}" type="datetimeFigureOut">
              <a:rPr lang="en-IN" smtClean="0"/>
              <a:t>15-07-2026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4076A6-D721-F4CA-7254-FE5BE8E038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2BA4DB-6FE7-5C56-1D33-99828CC615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DA714-83D6-429F-935F-66AD9AC5DE1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954891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C356E48-9188-8FB7-C059-05D7177A5E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6BB5E-40D6-4967-96C0-9C5BE80A7332}" type="datetimeFigureOut">
              <a:rPr lang="en-IN" smtClean="0"/>
              <a:t>15-07-2026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72CD5-F5A7-CDB4-DC24-D6E2B47CA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D2D0AA-9788-9989-5318-8D876EBE3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DA714-83D6-429F-935F-66AD9AC5DE1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59912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8630D1-60ED-04EE-7F84-804B577B30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4D6A33-F152-E0A5-E38B-46DD3E4C72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E39314-B28E-046B-B75B-E637D96EEE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D778F7-6EB7-0287-3132-EC58881026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6BB5E-40D6-4967-96C0-9C5BE80A7332}" type="datetimeFigureOut">
              <a:rPr lang="en-IN" smtClean="0"/>
              <a:t>15-07-2026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0743A4-2FEA-EB69-B794-3E58E28297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6F9AB7-A716-C6D8-0B20-AB2A0C445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DA714-83D6-429F-935F-66AD9AC5DE1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793490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361F9B-A664-5747-C1CB-62446D93A1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34EA125-FE95-1A12-B867-095BEC63F24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BA8105-C9DE-FA1D-064F-61F7236FFD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EFE614-2584-119A-29CB-6E101448D2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6BB5E-40D6-4967-96C0-9C5BE80A7332}" type="datetimeFigureOut">
              <a:rPr lang="en-IN" smtClean="0"/>
              <a:t>15-07-2026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B0048A-D67F-3F00-15F8-040E74FF1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63A02A-1AF2-57C3-5A51-44E132556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DA714-83D6-429F-935F-66AD9AC5DE1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8955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4147BA-A425-BC29-9C21-D89ABA56C9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F058BD-9BFC-4272-2CBD-649DE54680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04AF6C-F50A-8906-70E0-BB58DB24DE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6BB5E-40D6-4967-96C0-9C5BE80A7332}" type="datetimeFigureOut">
              <a:rPr lang="en-IN" smtClean="0"/>
              <a:t>15-07-2026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DBD002-3D6B-7FE7-22F3-155B6B6AD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D7F5C7-8730-5130-D545-C3CCE2BD04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DA714-83D6-429F-935F-66AD9AC5DE1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803477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4A3236E-A753-9318-6D9B-ECCDD2D73E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01B0D0-5862-DCE6-A4A4-368BEF3AD5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730E10-ACF9-21AF-C181-899D84199F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6BB5E-40D6-4967-96C0-9C5BE80A7332}" type="datetimeFigureOut">
              <a:rPr lang="en-IN" smtClean="0"/>
              <a:t>15-07-2026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19A6A0-FB8F-0925-94B4-F3B8470C0E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481642-DE0C-26CB-D329-D2CB9F2955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DA714-83D6-429F-935F-66AD9AC5DE1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99310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C528D02-1D7B-FD59-CC25-85386A3B01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8A65A4-939E-A2F6-7E87-F78252015F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D69180-E47F-86D7-B621-C5FABF6549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F96BB5E-40D6-4967-96C0-9C5BE80A7332}" type="datetimeFigureOut">
              <a:rPr lang="en-IN" smtClean="0"/>
              <a:t>15-07-2026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1A20A3-79AE-4A7A-53E0-C4B6D47BB7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4F2A85-EDEB-4470-72D9-DBA01CCEE5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46DA714-83D6-429F-935F-66AD9AC5DE1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028884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01D86A5-4708-6A21-413A-EADD4842EB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3340" y="619431"/>
            <a:ext cx="5335679" cy="345112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7B942AF-455D-AE27-5B2E-ACA2AC3C55C7}"/>
              </a:ext>
            </a:extLst>
          </p:cNvPr>
          <p:cNvSpPr txBox="1"/>
          <p:nvPr/>
        </p:nvSpPr>
        <p:spPr>
          <a:xfrm>
            <a:off x="511277" y="216310"/>
            <a:ext cx="29693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EXP 1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3273AC3-A622-7EC3-CA46-EBC1494DDC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0464" y="619431"/>
            <a:ext cx="5004619" cy="345112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551FD31-8BEC-8325-D590-BBD46093479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1277" y="4104342"/>
            <a:ext cx="5584723" cy="235545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188111C-9280-4D5A-C181-3172D08FEE3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0464" y="4104342"/>
            <a:ext cx="5004619" cy="2355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38253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6F8BDEE-FC9E-411D-105D-3B17D08FE8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0337" y="928338"/>
            <a:ext cx="6811326" cy="5001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26475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</TotalTime>
  <Words>2</Words>
  <Application>Microsoft Office PowerPoint</Application>
  <PresentationFormat>Widescreen</PresentationFormat>
  <Paragraphs>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Vennela Batrapalli</dc:creator>
  <cp:lastModifiedBy>Potturi Niharika</cp:lastModifiedBy>
  <cp:revision>2</cp:revision>
  <dcterms:created xsi:type="dcterms:W3CDTF">2026-06-17T02:55:17Z</dcterms:created>
  <dcterms:modified xsi:type="dcterms:W3CDTF">2026-07-15T04:17:47Z</dcterms:modified>
</cp:coreProperties>
</file>